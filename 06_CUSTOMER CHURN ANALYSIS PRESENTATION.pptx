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6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6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2DD07-9859-4A93-95D4-A8BEE0BAC0E4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F086F-3411-43FF-97A9-039FAA2DCF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5300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83129-3587-440B-B9EB-D3513D152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54CA5-2F34-4B24-BB56-B0EF73161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69466-522C-4080-A1F5-F0F5AA94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6C64-3408-41ED-84EA-F7FD971A11DD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53BBB-BCC8-40AF-BDA1-B244F9AC8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8183F-919D-4AE3-AF71-C41690988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32BD-0AC9-45A5-8C52-77CCBCD38B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4894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DC56-79F2-44B0-9009-1A0596C90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71E1A-19F0-4942-B689-6A933B81F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55860-499D-4DC8-8F66-BF7345715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6C64-3408-41ED-84EA-F7FD971A11DD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073C7-E3DE-41B6-99EF-23C48D177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6B5F1-9AB6-4F60-8943-0BCF54116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32BD-0AC9-45A5-8C52-77CCBCD38B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926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02F11-73B6-41CB-AD60-070557E2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0266A-9B40-450C-B689-F7ECF1CF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C6F95-BD85-4112-93BE-11D62CDDD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6C64-3408-41ED-84EA-F7FD971A11DD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1E38F-E4FC-4275-A93D-4E2212072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314B1-5958-42BD-B6C4-45A8D2D66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32BD-0AC9-45A5-8C52-77CCBCD38B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5897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5815-6329-4CF7-80B4-87ADACA9C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276AF-6698-419B-B029-9D4DA7F4B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76FAA-C010-4A6B-B19E-AAE6F68F1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8F414-6666-411F-90A6-E88AFE753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6C64-3408-41ED-84EA-F7FD971A11DD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DFEA8-E34C-4A10-87AA-4C1D17E63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DDAA0-8F0E-489E-A421-2E2C35B41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32BD-0AC9-45A5-8C52-77CCBCD38B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0049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E40E7-ABD2-4BE0-9983-6F50AD6F3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B2790-AAA8-4C40-B7BE-832302890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C21A8-7E2F-45A9-B18C-AF2A6EC70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870F37-0BB4-413C-8B25-DCA56AAC0A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2C0F7-C2BA-4EFA-902A-488F7993D7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BFA26E-E1A8-4BCD-B56E-4B678399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6C64-3408-41ED-84EA-F7FD971A11DD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362A00-F176-416D-B2C9-12CC59E2E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FA13C9-C586-4432-BB05-19D57788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32BD-0AC9-45A5-8C52-77CCBCD38B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215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AED46-418E-4138-AB0A-2960BD845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AB181-9C2D-49E9-AEBB-EE958C5F0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6C64-3408-41ED-84EA-F7FD971A11DD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EC4170-C043-4641-A053-2CAB7F196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0D862-5B31-4BB3-A038-F7FFBF406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32BD-0AC9-45A5-8C52-77CCBCD38B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2607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134AE-33E8-4EB3-BC1F-FF4AE9BEE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6C64-3408-41ED-84EA-F7FD971A11DD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58E928-83EC-4098-8F01-B9D656541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455C2-E70B-482A-A17C-46FB75E9B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32BD-0AC9-45A5-8C52-77CCBCD38B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744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8C2A4-6B32-4070-8B4F-B145A42EA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D153D-3DD2-4E66-B334-FF93EDCC6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25250-AF2F-44D5-B9CC-F7360533F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05BED-3E0D-4B23-AB8A-1D8505E18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6C64-3408-41ED-84EA-F7FD971A11DD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5C1FF-61CC-4F3B-B074-DBA3E43B2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14DE9-3D6B-40C2-8D66-7758635C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32BD-0AC9-45A5-8C52-77CCBCD38B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2591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CF8F-33B3-4E6D-BF7F-3990E17F1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9A2DE5-A99D-405F-B613-5C9667E7F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AE176B-4BB0-43C8-A32A-BEF942A6F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8D86F-7EB2-48F6-8DE3-91DC214D2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6C64-3408-41ED-84EA-F7FD971A11DD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239F2-A941-4621-8DF1-AFC4C4715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D7F76-29C8-4D6F-9A28-F85F5793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32BD-0AC9-45A5-8C52-77CCBCD38B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933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39DC-709B-40F6-A2E3-AE1770149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9E9255-CE20-4CED-9E69-C9405775A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EEC42-CFA5-449A-805A-459ED3CAD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6C64-3408-41ED-84EA-F7FD971A11DD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9AE9A-1F3C-4A70-A986-E55E9BC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2D5EA-3CCE-427E-B38E-28B8B1A60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32BD-0AC9-45A5-8C52-77CCBCD38B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850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12794E-FDF4-46FD-A46F-4592556C4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629A8-D9D8-497C-A9B2-02F6B3E13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F1010-5C86-46DB-8694-FB36F66B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6C64-3408-41ED-84EA-F7FD971A11DD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10DEA-D870-43CD-8CD6-8B844D3E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C4B39-2EB5-405E-99E0-37D27E977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D32BD-0AC9-45A5-8C52-77CCBCD38B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9175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61A239-7981-4159-B1F8-F95804A66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365E0-CE81-46CB-A294-ED32AC72C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594DE-1773-4340-8507-4E0617C301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A6C64-3408-41ED-84EA-F7FD971A11DD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B351C-29E7-4DB8-9A5E-8F22F66D3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E615B-49DB-430B-B72B-A50510511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D32BD-0AC9-45A5-8C52-77CCBCD38B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665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2A4B9-7D8F-4271-9B35-F874616E44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kern="1200" dirty="0">
                <a:solidFill>
                  <a:srgbClr val="373B48"/>
                </a:solidFill>
                <a:effectLst/>
                <a:latin typeface="Mona Sans Semi Bold" panose="020B0604020202020204" charset="0"/>
                <a:ea typeface="Mona Sans Semi Bold" panose="020B0604020202020204" charset="0"/>
                <a:cs typeface="Mona Sans Semi Bold" panose="020B0604020202020204" charset="0"/>
              </a:rPr>
              <a:t>CUSTOMER CHURN ANALYSIS PRESENTATION </a:t>
            </a:r>
            <a:br>
              <a:rPr lang="en-AU" dirty="0">
                <a:effectLst/>
              </a:rPr>
            </a:b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95157-8AEE-4488-A75C-F251124238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484848"/>
                </a:solidFill>
                <a:latin typeface="LatoWeb"/>
              </a:rPr>
              <a:t>K</a:t>
            </a:r>
            <a:r>
              <a:rPr lang="en-US" b="1" i="1" dirty="0">
                <a:solidFill>
                  <a:srgbClr val="484848"/>
                </a:solidFill>
                <a:effectLst/>
                <a:latin typeface="LatoWeb"/>
              </a:rPr>
              <a:t>ey findings, Insights, recommendations, and Limitations</a:t>
            </a:r>
            <a:endParaRPr lang="en-AU" b="1" i="1" dirty="0"/>
          </a:p>
        </p:txBody>
      </p:sp>
      <p:pic>
        <p:nvPicPr>
          <p:cNvPr id="1026" name="Picture 2" descr="ACS logo">
            <a:extLst>
              <a:ext uri="{FF2B5EF4-FFF2-40B4-BE49-F238E27FC236}">
                <a16:creationId xmlns:a16="http://schemas.microsoft.com/office/drawing/2014/main" id="{16811C0A-A9F4-4BFC-9A1D-06ED7BEF7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9276" y="0"/>
            <a:ext cx="85725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7220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388ADA-CB2E-49C1-A8B8-589E43DF7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8415" y="588982"/>
            <a:ext cx="10140285" cy="5107143"/>
          </a:xfrm>
        </p:spPr>
      </p:pic>
      <p:pic>
        <p:nvPicPr>
          <p:cNvPr id="2050" name="Picture 2" descr="ACS logo">
            <a:extLst>
              <a:ext uri="{FF2B5EF4-FFF2-40B4-BE49-F238E27FC236}">
                <a16:creationId xmlns:a16="http://schemas.microsoft.com/office/drawing/2014/main" id="{43927658-1735-4DDC-A519-00631F8D5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0"/>
            <a:ext cx="85725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3598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E06D145-1F4C-4401-A4DA-E72510B99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2375" y="-36722"/>
            <a:ext cx="12503104" cy="6697465"/>
          </a:xfrm>
        </p:spPr>
      </p:pic>
      <p:pic>
        <p:nvPicPr>
          <p:cNvPr id="3074" name="Picture 2" descr="ACS logo">
            <a:extLst>
              <a:ext uri="{FF2B5EF4-FFF2-40B4-BE49-F238E27FC236}">
                <a16:creationId xmlns:a16="http://schemas.microsoft.com/office/drawing/2014/main" id="{11BA88D0-0068-409C-ABE0-B2D313322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3479" y="-36722"/>
            <a:ext cx="85725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810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3845B8-FE0C-4008-99C5-41C2454B4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7563" y="526915"/>
            <a:ext cx="9261446" cy="5949386"/>
          </a:xfrm>
        </p:spPr>
      </p:pic>
      <p:pic>
        <p:nvPicPr>
          <p:cNvPr id="4098" name="Picture 2" descr="ACS logo">
            <a:extLst>
              <a:ext uri="{FF2B5EF4-FFF2-40B4-BE49-F238E27FC236}">
                <a16:creationId xmlns:a16="http://schemas.microsoft.com/office/drawing/2014/main" id="{27BA0D69-D770-4D6D-91DD-40AA4B0A6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0"/>
            <a:ext cx="85725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2330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EA24F04-AF8E-4811-ADB4-E4A173DC4D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555" y="170924"/>
            <a:ext cx="10127166" cy="5525201"/>
          </a:xfrm>
        </p:spPr>
      </p:pic>
      <p:pic>
        <p:nvPicPr>
          <p:cNvPr id="5122" name="Picture 2" descr="ACS logo">
            <a:extLst>
              <a:ext uri="{FF2B5EF4-FFF2-40B4-BE49-F238E27FC236}">
                <a16:creationId xmlns:a16="http://schemas.microsoft.com/office/drawing/2014/main" id="{0666C761-64DB-4C94-ACD7-6A0AEF3D4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0"/>
            <a:ext cx="85725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1062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98ACD4-15B1-42BE-9CCD-424C8DF432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274" y="285225"/>
            <a:ext cx="11230076" cy="5805181"/>
          </a:xfrm>
        </p:spPr>
      </p:pic>
      <p:pic>
        <p:nvPicPr>
          <p:cNvPr id="6146" name="Picture 2" descr="ACS logo">
            <a:extLst>
              <a:ext uri="{FF2B5EF4-FFF2-40B4-BE49-F238E27FC236}">
                <a16:creationId xmlns:a16="http://schemas.microsoft.com/office/drawing/2014/main" id="{717E6D31-2E0E-4849-B213-374C3BD63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0"/>
            <a:ext cx="85725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853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AA9F16-7903-4FA7-B107-62D6C0FFA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49" y="167780"/>
            <a:ext cx="10881683" cy="5962826"/>
          </a:xfrm>
        </p:spPr>
      </p:pic>
      <p:pic>
        <p:nvPicPr>
          <p:cNvPr id="7170" name="Picture 2" descr="ACS logo">
            <a:extLst>
              <a:ext uri="{FF2B5EF4-FFF2-40B4-BE49-F238E27FC236}">
                <a16:creationId xmlns:a16="http://schemas.microsoft.com/office/drawing/2014/main" id="{F090EF14-3BF0-4663-A069-D637C60AD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0"/>
            <a:ext cx="85725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220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D7523C-37BC-40B9-ABC4-284E64CA8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295" y="427839"/>
            <a:ext cx="10602127" cy="5288176"/>
          </a:xfrm>
        </p:spPr>
      </p:pic>
      <p:pic>
        <p:nvPicPr>
          <p:cNvPr id="8194" name="Picture 2" descr="ACS logo">
            <a:extLst>
              <a:ext uri="{FF2B5EF4-FFF2-40B4-BE49-F238E27FC236}">
                <a16:creationId xmlns:a16="http://schemas.microsoft.com/office/drawing/2014/main" id="{314A3A51-D0D4-4552-B9A5-03343E15B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0"/>
            <a:ext cx="85725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030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424925A-0C5D-4CAD-B0C0-07CBA9CEE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768" y="436227"/>
            <a:ext cx="10808615" cy="5436065"/>
          </a:xfrm>
        </p:spPr>
      </p:pic>
      <p:pic>
        <p:nvPicPr>
          <p:cNvPr id="9218" name="Picture 2" descr="ACS logo">
            <a:extLst>
              <a:ext uri="{FF2B5EF4-FFF2-40B4-BE49-F238E27FC236}">
                <a16:creationId xmlns:a16="http://schemas.microsoft.com/office/drawing/2014/main" id="{3BCFE768-E0D9-49F1-A8D6-14078B701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0"/>
            <a:ext cx="85725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0765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</Words>
  <Application>Microsoft Office PowerPoint</Application>
  <PresentationFormat>Widescreen</PresentationFormat>
  <Paragraphs>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LatoWeb</vt:lpstr>
      <vt:lpstr>Mona Sans Semi Bold</vt:lpstr>
      <vt:lpstr>Office Theme</vt:lpstr>
      <vt:lpstr>CUSTOMER CHURN ANALYSIS PRESENTATION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wambui njaramba</dc:creator>
  <cp:lastModifiedBy>wambui njaramba</cp:lastModifiedBy>
  <cp:revision>3</cp:revision>
  <dcterms:created xsi:type="dcterms:W3CDTF">2026-02-28T05:30:32Z</dcterms:created>
  <dcterms:modified xsi:type="dcterms:W3CDTF">2026-02-28T05:48:40Z</dcterms:modified>
</cp:coreProperties>
</file>